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2" d="100"/>
          <a:sy n="102" d="100"/>
        </p:scale>
        <p:origin x="140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4194CB-782F-E558-E982-7BD589C62F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85B7C94-A8D1-0CCD-0E3F-D1BEB691C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80AEF8-84BA-B544-83E0-99FF6899C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07A4-280A-AF4E-B0CC-2A7F82E959CC}" type="datetimeFigureOut">
              <a:rPr lang="es-CO" smtClean="0"/>
              <a:t>6/11/25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472EFE-2BED-BAFE-13A8-6F0B70405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3AC832-34CE-0993-797B-149F55036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1B127-24BA-E744-A55C-7E2FF2A4E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03793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B0A88A-EB81-560C-0A18-60F9D64DE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2CDB19-E453-C6AF-1B58-F72B0E453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FA80AE-18EC-A5F5-12CF-38EB9947D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07A4-280A-AF4E-B0CC-2A7F82E959CC}" type="datetimeFigureOut">
              <a:rPr lang="es-CO" smtClean="0"/>
              <a:t>6/11/25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F861C8F-98C0-73C4-79C9-2BE6240C7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43EEBA-B556-A634-F82E-806C6DE9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1B127-24BA-E744-A55C-7E2FF2A4E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54596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82DB27-49B1-C9DC-32A1-000A56641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E22FB98-9472-EF68-E62E-5101FCFD82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39B77E-29CE-408A-0D74-C3DB6F1A2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07A4-280A-AF4E-B0CC-2A7F82E959CC}" type="datetimeFigureOut">
              <a:rPr lang="es-CO" smtClean="0"/>
              <a:t>6/11/25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379212-48C7-17B4-1CF8-E6C423363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E3C45F-8B2F-E644-262D-0AF329E68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1B127-24BA-E744-A55C-7E2FF2A4E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3601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9F6233-4771-028F-435D-A0352A273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1281C6-50C4-ABF4-5807-68F3094EB4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2B536D8-3491-5780-D1AF-8F7DD147C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DDC9C01-879A-5021-70B4-05AD37D18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07A4-280A-AF4E-B0CC-2A7F82E959CC}" type="datetimeFigureOut">
              <a:rPr lang="es-CO" smtClean="0"/>
              <a:t>6/11/25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DC04473-A075-B300-90FB-A0D640D20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19881BF-01EA-7775-255F-371F913AF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1B127-24BA-E744-A55C-7E2FF2A4E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2096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047A4D-94C2-45D9-E196-A3743368F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467A9B3-E7EC-781A-98E4-67ED01CFE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588C611-B8CE-7EC9-07AD-715807A80C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004AF22-CE38-AA4F-BBE1-624B2B4596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2D4B3DB-9A65-FF83-ACB1-9660127FE2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6E12A4F-C984-5D08-C25A-7DDF2AB6B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07A4-280A-AF4E-B0CC-2A7F82E959CC}" type="datetimeFigureOut">
              <a:rPr lang="es-CO" smtClean="0"/>
              <a:t>6/11/25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18C03F6-10C5-1BE7-8443-4666933ED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D62503A-F6F8-BDA8-241D-80D752A73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1B127-24BA-E744-A55C-7E2FF2A4E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25281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D05FDF-40FA-9AD8-A8ED-38303E7B2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3730459-770A-9C72-4B27-042B3448B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07A4-280A-AF4E-B0CC-2A7F82E959CC}" type="datetimeFigureOut">
              <a:rPr lang="es-CO" smtClean="0"/>
              <a:t>6/11/25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CF0F68A-5A81-70D1-B592-A4F2B3E44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D7F0A31-8461-D395-E68E-A9759B014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1B127-24BA-E744-A55C-7E2FF2A4E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04995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A0B0290-3E27-5697-A6C2-C2ECF5F1B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07A4-280A-AF4E-B0CC-2A7F82E959CC}" type="datetimeFigureOut">
              <a:rPr lang="es-CO" smtClean="0"/>
              <a:t>6/11/25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9AB2ED0-16F9-470B-ED88-73FFD747A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C895A54-0C75-F0A6-4EF9-4CD9345DB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1B127-24BA-E744-A55C-7E2FF2A4E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07188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A317F4-0122-080F-56AD-3FE9A58A2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A76F12-1164-9A3E-83CB-FF4C662B8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40E6B0D-8465-8DC9-2320-BDB03B42A3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E89086C-D676-C229-C0D8-E5920AC73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07A4-280A-AF4E-B0CC-2A7F82E959CC}" type="datetimeFigureOut">
              <a:rPr lang="es-CO" smtClean="0"/>
              <a:t>6/11/25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CFE7DDE-BCF3-12F6-A16F-F3CD543E9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7A5B3D-B98F-0B40-5C78-E3FFEEA61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1B127-24BA-E744-A55C-7E2FF2A4E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44040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D948F9-198C-BC21-745A-8FC13F22C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EE2A008-42E9-BF07-2C20-FDBD202526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B6723C6-79C6-49CB-6914-A93869F5E4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2AB0C8F-42AC-746E-C9A0-C24499B8F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07A4-280A-AF4E-B0CC-2A7F82E959CC}" type="datetimeFigureOut">
              <a:rPr lang="es-CO" smtClean="0"/>
              <a:t>6/11/25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D563EFA-4DF5-DF9A-4B34-30B04E5CA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AE21365-03A9-49D2-37EE-647E12076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1B127-24BA-E744-A55C-7E2FF2A4E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15717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934C27-385C-C7AA-0045-88C4256CF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565E02-9246-EC5B-515B-CDE0A059E7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D34C88-226C-0684-1F88-DFB900EDE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07A4-280A-AF4E-B0CC-2A7F82E959CC}" type="datetimeFigureOut">
              <a:rPr lang="es-CO" smtClean="0"/>
              <a:t>6/11/25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A77713-0A8D-5C72-26AA-2F50EB349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F6551-C8AC-EA2D-C32F-2229EA8EC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1B127-24BA-E744-A55C-7E2FF2A4E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70477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DFDCA0-F791-DAE9-A71A-707BF6E381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7CCD5EB-0590-2AA7-3FA7-F4834416D1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B8065B-35D9-81A4-510C-1B77427C4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07A4-280A-AF4E-B0CC-2A7F82E959CC}" type="datetimeFigureOut">
              <a:rPr lang="es-CO" smtClean="0"/>
              <a:t>6/11/25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30FB4E-6702-B595-6B85-CD8175A9E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B29308-01BF-EAE2-E221-1A78187EE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1B127-24BA-E744-A55C-7E2FF2A4E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97710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62E4D08-21B6-351D-2FB9-E7941F8E8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9B9844F-44CA-D7EA-782A-0173E66FF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A3F038-3EDD-85EF-4180-623A54755D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7907A4-280A-AF4E-B0CC-2A7F82E959CC}" type="datetimeFigureOut">
              <a:rPr lang="es-CO" smtClean="0"/>
              <a:t>6/11/25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5618B0-0289-A9B4-02DA-8700F5BBDD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424385-B2D5-3D31-2BBA-5F02BD1A60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71B127-24BA-E744-A55C-7E2FF2A4E1C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36517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E2DBD7-26DD-822B-5216-F8A59FD07E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CO" dirty="0"/>
              <a:t>Especialización en Formulación y Evaluación Social y Económica de Proyectos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B521CE9-5DD0-0F27-3E50-7719A252FA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dirty="0"/>
              <a:t>Opciones de Grado</a:t>
            </a:r>
          </a:p>
        </p:txBody>
      </p:sp>
    </p:spTree>
    <p:extLst>
      <p:ext uri="{BB962C8B-B14F-4D97-AF65-F5344CB8AC3E}">
        <p14:creationId xmlns:p14="http://schemas.microsoft.com/office/powerpoint/2010/main" val="2105843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092196-5D86-76DD-D7A0-15922A08A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Asistente/Auxiliar de investigación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31531D-A9B9-076D-1DFA-EAA0D927F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Responsable: Coordinación de Investigación</a:t>
            </a:r>
          </a:p>
          <a:p>
            <a:r>
              <a:rPr lang="es-CO" dirty="0"/>
              <a:t>Inicia con la participación en el Semillero (primer semestre)</a:t>
            </a:r>
          </a:p>
          <a:p>
            <a:r>
              <a:rPr lang="es-CO" dirty="0"/>
              <a:t>Se hace el transito a la opción de grado en segundo semestre</a:t>
            </a:r>
          </a:p>
          <a:p>
            <a:r>
              <a:rPr lang="es-CO" dirty="0"/>
              <a:t>El estudiante trabaja con el investigador(a)</a:t>
            </a:r>
          </a:p>
          <a:p>
            <a:r>
              <a:rPr lang="es-CO" dirty="0"/>
              <a:t>El investigador(a) acompaña y evalúa al estudiante</a:t>
            </a:r>
          </a:p>
          <a:p>
            <a:r>
              <a:rPr lang="es-CO" dirty="0"/>
              <a:t>Se entrega un informe final calificable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6485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AD30D4-074D-42EA-B2C2-E624BAFC7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Visita Técnica Internacional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2DA361-7F75-8ED9-F820-AE048DF58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CO" dirty="0"/>
              <a:t>Se encuentra en diseño y estructuración</a:t>
            </a:r>
          </a:p>
          <a:p>
            <a:r>
              <a:rPr lang="es-CO" dirty="0"/>
              <a:t>El responsable es la Coordinación de Internacionalización</a:t>
            </a:r>
          </a:p>
          <a:p>
            <a:r>
              <a:rPr lang="es-CO" dirty="0"/>
              <a:t>Viaje de 7 a 10 noches en destino</a:t>
            </a:r>
          </a:p>
          <a:p>
            <a:r>
              <a:rPr lang="es-CO" dirty="0"/>
              <a:t>Incluye curso certificable (validable como Electiva Disciplinar)</a:t>
            </a:r>
          </a:p>
          <a:p>
            <a:r>
              <a:rPr lang="es-CO" dirty="0"/>
              <a:t>Visitas empresariales</a:t>
            </a:r>
          </a:p>
          <a:p>
            <a:r>
              <a:rPr lang="es-CO" dirty="0"/>
              <a:t>Actividades culturales y de interacción con el entorno</a:t>
            </a:r>
          </a:p>
          <a:p>
            <a:r>
              <a:rPr lang="es-CO" dirty="0"/>
              <a:t>Posible destino 2026-I México</a:t>
            </a:r>
          </a:p>
          <a:p>
            <a:r>
              <a:rPr lang="es-CO" dirty="0"/>
              <a:t>Costos 2000 a 2200 Dólares</a:t>
            </a:r>
          </a:p>
          <a:p>
            <a:r>
              <a:rPr lang="es-CO" dirty="0"/>
              <a:t>Se entrega un informe final (máximo 4 estudiantes)</a:t>
            </a:r>
          </a:p>
        </p:txBody>
      </p:sp>
    </p:spTree>
    <p:extLst>
      <p:ext uri="{BB962C8B-B14F-4D97-AF65-F5344CB8AC3E}">
        <p14:creationId xmlns:p14="http://schemas.microsoft.com/office/powerpoint/2010/main" val="1500743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422632-2E60-D824-2C73-8B28455A3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Síntesis aplicada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0EFF7A-A74F-1550-3243-D420FEED1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Responsabilidad compartida entre la Dirección de la Especialización y la Coordinación de Investigación</a:t>
            </a:r>
          </a:p>
          <a:p>
            <a:r>
              <a:rPr lang="es-CO" dirty="0"/>
              <a:t>Ejercicio de reflexión/intervención real</a:t>
            </a:r>
          </a:p>
          <a:p>
            <a:r>
              <a:rPr lang="es-CO" dirty="0"/>
              <a:t>Requiere de autorización de la entidad/organización en la que se va a trabajar</a:t>
            </a:r>
          </a:p>
          <a:p>
            <a:r>
              <a:rPr lang="es-CO" dirty="0"/>
              <a:t>Se debe entregar un informe (grupos de máximo 4 estudiantes)</a:t>
            </a:r>
          </a:p>
        </p:txBody>
      </p:sp>
    </p:spTree>
    <p:extLst>
      <p:ext uri="{BB962C8B-B14F-4D97-AF65-F5344CB8AC3E}">
        <p14:creationId xmlns:p14="http://schemas.microsoft.com/office/powerpoint/2010/main" val="2360099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5F4384-7F34-A6CC-1915-D766B44E2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Coordinación de investigación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B1D0EF-A908-B4D9-35F6-4233D9A9C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Revisa y aprueba la propuesta</a:t>
            </a:r>
          </a:p>
          <a:p>
            <a:r>
              <a:rPr lang="es-CO" dirty="0"/>
              <a:t>Fechas Comité de Investigación:</a:t>
            </a:r>
          </a:p>
          <a:p>
            <a:pPr lvl="1"/>
            <a:r>
              <a:rPr lang="es-CO" dirty="0"/>
              <a:t>Enero 29</a:t>
            </a:r>
          </a:p>
          <a:p>
            <a:pPr lvl="1"/>
            <a:r>
              <a:rPr lang="es-CO" dirty="0"/>
              <a:t>Febrero 26</a:t>
            </a:r>
          </a:p>
          <a:p>
            <a:pPr lvl="1"/>
            <a:r>
              <a:rPr lang="es-CO" dirty="0"/>
              <a:t>Marzo 26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50263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6C9643-A813-A7F7-7BDE-7C28B74C2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Dirección Especialización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A75A3C-B3F5-2E24-4A5B-277BD38DC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Recepción de propuestas</a:t>
            </a:r>
          </a:p>
          <a:p>
            <a:pPr lvl="1"/>
            <a:r>
              <a:rPr lang="es-CO" dirty="0"/>
              <a:t>Fechas</a:t>
            </a:r>
          </a:p>
          <a:p>
            <a:pPr lvl="2"/>
            <a:r>
              <a:rPr lang="es-CO" dirty="0"/>
              <a:t>Hasta enero 20</a:t>
            </a:r>
          </a:p>
          <a:p>
            <a:pPr lvl="2"/>
            <a:r>
              <a:rPr lang="es-CO" dirty="0"/>
              <a:t>Hasta febrero 17</a:t>
            </a:r>
          </a:p>
          <a:p>
            <a:pPr lvl="2"/>
            <a:r>
              <a:rPr lang="es-CO" dirty="0"/>
              <a:t>Hasta marzo 17</a:t>
            </a:r>
          </a:p>
          <a:p>
            <a:pPr lvl="2"/>
            <a:endParaRPr lang="es-CO" dirty="0"/>
          </a:p>
          <a:p>
            <a:pPr marL="354013" lvl="2" indent="-342900"/>
            <a:r>
              <a:rPr lang="es-CO" dirty="0"/>
              <a:t>Envío de propuestas</a:t>
            </a:r>
          </a:p>
          <a:p>
            <a:pPr marL="811213" lvl="3" indent="-342900"/>
            <a:r>
              <a:rPr lang="es-CO" dirty="0"/>
              <a:t>Fechas</a:t>
            </a:r>
          </a:p>
          <a:p>
            <a:pPr marL="1268413" lvl="4" indent="-342900"/>
            <a:r>
              <a:rPr lang="es-CO" dirty="0"/>
              <a:t>Enero 22</a:t>
            </a:r>
          </a:p>
          <a:p>
            <a:pPr marL="1268413" lvl="4" indent="-342900"/>
            <a:r>
              <a:rPr lang="es-CO" dirty="0"/>
              <a:t>Febrero 19</a:t>
            </a:r>
          </a:p>
          <a:p>
            <a:pPr marL="1268413" lvl="4" indent="-342900"/>
            <a:r>
              <a:rPr lang="es-CO" dirty="0"/>
              <a:t>Marzo 19</a:t>
            </a:r>
          </a:p>
          <a:p>
            <a:pPr marL="811213" lvl="3" indent="-342900"/>
            <a:endParaRPr lang="es-CO" dirty="0"/>
          </a:p>
          <a:p>
            <a:pPr marL="11113" lvl="2" indent="0">
              <a:buNone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48078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6839F-57A6-E969-E5DF-E44C4A346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EFFF6-2173-F987-1103-D1533F4DD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Dirección Especialización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3F4DF1-0FA6-B04A-F388-302D46A2DA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Envío de conceptos</a:t>
            </a:r>
          </a:p>
          <a:p>
            <a:pPr lvl="1"/>
            <a:r>
              <a:rPr lang="es-CO" dirty="0"/>
              <a:t>Fechas</a:t>
            </a:r>
          </a:p>
          <a:p>
            <a:pPr lvl="2"/>
            <a:r>
              <a:rPr lang="es-CO" dirty="0"/>
              <a:t>Hasta febrero 2</a:t>
            </a:r>
          </a:p>
          <a:p>
            <a:pPr lvl="2"/>
            <a:r>
              <a:rPr lang="es-CO" dirty="0"/>
              <a:t>Hasta marzo 2</a:t>
            </a:r>
          </a:p>
          <a:p>
            <a:pPr lvl="2"/>
            <a:r>
              <a:rPr lang="es-CO" dirty="0"/>
              <a:t>Hasta abril 06</a:t>
            </a:r>
          </a:p>
          <a:p>
            <a:pPr lvl="2"/>
            <a:endParaRPr lang="es-CO" dirty="0"/>
          </a:p>
          <a:p>
            <a:pPr marL="354013" lvl="2" indent="-342900"/>
            <a:r>
              <a:rPr lang="es-CO" dirty="0"/>
              <a:t>Envío de propuestas</a:t>
            </a:r>
          </a:p>
          <a:p>
            <a:pPr marL="811213" lvl="3" indent="-342900"/>
            <a:r>
              <a:rPr lang="es-CO" dirty="0"/>
              <a:t>Fechas</a:t>
            </a:r>
          </a:p>
          <a:p>
            <a:pPr marL="1268413" lvl="4" indent="-342900"/>
            <a:r>
              <a:rPr lang="es-CO" dirty="0"/>
              <a:t>Enero 22</a:t>
            </a:r>
          </a:p>
          <a:p>
            <a:pPr marL="1268413" lvl="4" indent="-342900"/>
            <a:r>
              <a:rPr lang="es-CO" dirty="0"/>
              <a:t>Febrero 19</a:t>
            </a:r>
          </a:p>
          <a:p>
            <a:pPr marL="1268413" lvl="4" indent="-342900"/>
            <a:r>
              <a:rPr lang="es-CO" dirty="0"/>
              <a:t>Marzo 19</a:t>
            </a:r>
          </a:p>
          <a:p>
            <a:pPr marL="811213" lvl="3" indent="-342900"/>
            <a:endParaRPr lang="es-CO" dirty="0"/>
          </a:p>
          <a:p>
            <a:pPr marL="11113" lvl="2" indent="0">
              <a:buNone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79364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7FC710-86B2-05B2-7645-EDB86E83C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Otras opciones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0AAF-53CD-B1C6-8707-CAA40B370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Por solicitud</a:t>
            </a:r>
          </a:p>
          <a:p>
            <a:r>
              <a:rPr lang="es-CO" dirty="0"/>
              <a:t>Dependen de aprobación</a:t>
            </a:r>
          </a:p>
        </p:txBody>
      </p:sp>
    </p:spTree>
    <p:extLst>
      <p:ext uri="{BB962C8B-B14F-4D97-AF65-F5344CB8AC3E}">
        <p14:creationId xmlns:p14="http://schemas.microsoft.com/office/powerpoint/2010/main" val="30008843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257</Words>
  <Application>Microsoft Macintosh PowerPoint</Application>
  <PresentationFormat>Panorámica</PresentationFormat>
  <Paragraphs>57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Tema de Office</vt:lpstr>
      <vt:lpstr>Especialización en Formulación y Evaluación Social y Económica de Proyectos</vt:lpstr>
      <vt:lpstr>Asistente/Auxiliar de investigación</vt:lpstr>
      <vt:lpstr>Visita Técnica Internacional</vt:lpstr>
      <vt:lpstr>Síntesis aplicada</vt:lpstr>
      <vt:lpstr>Coordinación de investigación</vt:lpstr>
      <vt:lpstr>Dirección Especialización</vt:lpstr>
      <vt:lpstr>Dirección Especialización</vt:lpstr>
      <vt:lpstr>Otras opciones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Revisión</dc:creator>
  <cp:lastModifiedBy>Revisión</cp:lastModifiedBy>
  <cp:revision>1</cp:revision>
  <dcterms:created xsi:type="dcterms:W3CDTF">2025-11-06T20:42:46Z</dcterms:created>
  <dcterms:modified xsi:type="dcterms:W3CDTF">2025-11-06T21:10:59Z</dcterms:modified>
</cp:coreProperties>
</file>